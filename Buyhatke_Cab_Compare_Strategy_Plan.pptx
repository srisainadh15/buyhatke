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652E7-8DE9-4F8E-87D3-D9099D76BDF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4CA78-E682-4961-B30D-617E5F213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63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CA78-E682-4961-B30D-617E5F2137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5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4CA78-E682-4961-B30D-617E5F2137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7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8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5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9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34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0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1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8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4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0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6553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81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5028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05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97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1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1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6780-5866-CA29-A74B-0662122A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– SECTION-2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0141-F5CA-8775-843B-8F8C1311F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6"/>
            <a:r>
              <a:rPr lang="en-US" sz="2000" dirty="0"/>
              <a:t>BY - CH .SRI SAI NADH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552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Buyhatke Cab Compare Feature — 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b="1" dirty="0"/>
              <a:t>Objective:</a:t>
            </a:r>
          </a:p>
          <a:p>
            <a:r>
              <a:rPr sz="1800" dirty="0"/>
              <a:t>Enhance engagement and usage of </a:t>
            </a:r>
            <a:r>
              <a:rPr sz="1800" dirty="0" err="1"/>
              <a:t>Buyhatke’s</a:t>
            </a:r>
            <a:r>
              <a:rPr sz="1800" dirty="0"/>
              <a:t> Cab Compare feature.</a:t>
            </a:r>
          </a:p>
          <a:p>
            <a:endParaRPr sz="1800" dirty="0"/>
          </a:p>
          <a:p>
            <a:r>
              <a:rPr sz="1800" dirty="0"/>
              <a:t>Problem Statement:</a:t>
            </a:r>
          </a:p>
          <a:p>
            <a:r>
              <a:rPr sz="1800" dirty="0"/>
              <a:t>• Low visibility of the Cab Compare feature within the app.</a:t>
            </a:r>
          </a:p>
          <a:p>
            <a:r>
              <a:rPr sz="1800" dirty="0"/>
              <a:t>• Users unaware of its value proposition.</a:t>
            </a:r>
          </a:p>
          <a:p>
            <a:r>
              <a:rPr sz="1800" dirty="0"/>
              <a:t>• Limited retention and repeat usage.</a:t>
            </a:r>
          </a:p>
          <a:p>
            <a:endParaRPr sz="1800" dirty="0"/>
          </a:p>
          <a:p>
            <a:r>
              <a:rPr sz="1800" dirty="0"/>
              <a:t>Goal: Improve awareness, usability, and retention to create synergy across </a:t>
            </a:r>
            <a:r>
              <a:rPr sz="1800" dirty="0" err="1"/>
              <a:t>Buyhatke’s</a:t>
            </a:r>
            <a:r>
              <a:rPr sz="1800" dirty="0"/>
              <a:t>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sz="2000" b="1" dirty="0"/>
              <a:t>Competitor Analysis:</a:t>
            </a:r>
          </a:p>
          <a:p>
            <a:pPr marL="0" indent="0">
              <a:buNone/>
            </a:pPr>
            <a:r>
              <a:rPr lang="en-US" sz="2000" dirty="0"/>
              <a:t> 	</a:t>
            </a:r>
            <a:r>
              <a:rPr sz="2000" dirty="0"/>
              <a:t>• Google Maps: Shows fares but lacks direct booking.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sz="2000" dirty="0"/>
              <a:t>• Uber/Ola: Smooth UX but no comparison feature.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sz="2000" dirty="0"/>
              <a:t>• </a:t>
            </a:r>
            <a:r>
              <a:rPr sz="2000" dirty="0" err="1"/>
              <a:t>Buyhatke</a:t>
            </a:r>
            <a:r>
              <a:rPr sz="2000" dirty="0"/>
              <a:t>: Best for cost comparison but low awareness.</a:t>
            </a:r>
          </a:p>
          <a:p>
            <a:endParaRPr sz="2000" dirty="0"/>
          </a:p>
          <a:p>
            <a:pPr marL="0" indent="0">
              <a:buNone/>
            </a:pPr>
            <a:r>
              <a:rPr sz="2000" b="1" dirty="0"/>
              <a:t>Target Segments: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sz="2000" dirty="0"/>
              <a:t>• Daily commuters, students, and budget-conscious users.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sz="2000" dirty="0"/>
              <a:t>• Frequent travelers who value price transparency.</a:t>
            </a:r>
            <a:endParaRPr lang="en-US" sz="2000" dirty="0"/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sz="2000" dirty="0"/>
              <a:t>Opportunity: Position Cab Compare as the ‘Smart Savings Hub’ for all </a:t>
            </a:r>
            <a:r>
              <a:rPr lang="en-US" sz="2000" dirty="0"/>
              <a:t>	</a:t>
            </a:r>
            <a:r>
              <a:rPr sz="2000" dirty="0"/>
              <a:t>mobility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Strategy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 Marketing Initiatives: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Run push notifications and email campaigns.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Promote via social media and app banners.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Product Enhancements: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Add homepage widget showing best local fares.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Location-based fare comparison alerts.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Integrate synergy between Cab Compare and other </a:t>
            </a:r>
            <a:r>
              <a:rPr dirty="0" err="1"/>
              <a:t>Buyhatke</a:t>
            </a:r>
            <a:r>
              <a:rPr dirty="0"/>
              <a:t> </a:t>
            </a:r>
            <a:r>
              <a:rPr lang="en-US" dirty="0"/>
              <a:t>	</a:t>
            </a:r>
            <a:r>
              <a:rPr dirty="0"/>
              <a:t>services.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 Retention &amp; Referral Programs: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Offer cashback, rewards, and referral bonuses.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Introduce gamification for frequent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b="1" dirty="0"/>
              <a:t>Short-Term (0–3 months):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Improve visibility with homepage placement and notifications.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Launch awareness campaigns.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Mid-Term (3–6 months):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Introduce referral incentives and gamified savings challenges.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Enhance location accuracy and real-time price tracking.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Long-Term (6–12 months):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Integrate personalized AI-based fare recommendations.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Expand partnerships with more cab providers.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Key Performance Indicators (KPIs):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+50% increase in Cab Compare page visits.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+35% growth in feature engagement.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+25% improvement in retention.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+20% rise in redirected bookings.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Expected Outcomes:</a:t>
            </a:r>
          </a:p>
          <a:p>
            <a:pPr marL="457200" lvl="1" indent="0">
              <a:buNone/>
            </a:pPr>
            <a:r>
              <a:rPr dirty="0"/>
              <a:t>Enhanced brand synergy and improved customer lifetime value through increased user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Driving Synergy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Summary:</a:t>
            </a:r>
          </a:p>
          <a:p>
            <a:r>
              <a:rPr dirty="0" err="1"/>
              <a:t>Buyhatke’s</a:t>
            </a:r>
            <a:r>
              <a:rPr dirty="0"/>
              <a:t> Cab Compare feature has immense potential to become the go-to hub for ride fare comparison.</a:t>
            </a:r>
          </a:p>
          <a:p>
            <a:r>
              <a:rPr dirty="0"/>
              <a:t>Through strategic marketing, smart UX improvements, and referral programs, the feature can achieve high visibility and repeat usage.</a:t>
            </a:r>
          </a:p>
          <a:p>
            <a:endParaRPr dirty="0"/>
          </a:p>
          <a:p>
            <a:r>
              <a:rPr dirty="0"/>
              <a:t>The synergy between </a:t>
            </a:r>
            <a:r>
              <a:rPr dirty="0" err="1"/>
              <a:t>Buyhatke’s</a:t>
            </a:r>
            <a:r>
              <a:rPr dirty="0"/>
              <a:t> existing user base and the Cab Compare feature creates a unified ecosystem — combining savings, convenience, and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457</Words>
  <Application>Microsoft Office PowerPoint</Application>
  <PresentationFormat>On-screen Show (4:3)</PresentationFormat>
  <Paragraphs>68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Facet</vt:lpstr>
      <vt:lpstr>ASSIGNMENT – SECTION-2</vt:lpstr>
      <vt:lpstr>Buyhatke Cab Compare Feature — Strategy Overview</vt:lpstr>
      <vt:lpstr>Key Insights &amp; Opportunities</vt:lpstr>
      <vt:lpstr>Comprehensive Strategy Plan</vt:lpstr>
      <vt:lpstr>Execution Roadmap</vt:lpstr>
      <vt:lpstr>Impact &amp; Success Metrics</vt:lpstr>
      <vt:lpstr>Summary — Driving Synergy &amp; Growth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Chandaluri SriSaiNadh</cp:lastModifiedBy>
  <cp:revision>3</cp:revision>
  <dcterms:created xsi:type="dcterms:W3CDTF">2013-01-27T09:14:16Z</dcterms:created>
  <dcterms:modified xsi:type="dcterms:W3CDTF">2025-10-29T08:09:29Z</dcterms:modified>
  <cp:category/>
</cp:coreProperties>
</file>